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HARIPUR  •  DBMS PROJECT  • 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Course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Implementation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3337560"/>
            <a:ext cx="502920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29000"/>
            <a:ext cx="466344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Fawad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Roll No: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F24-3079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BSAI – Section D – 4th Semester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Sana Sikandar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0" y="457200"/>
            <a:ext cx="1828800" cy="18288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371600"/>
            <a:ext cx="1280160" cy="128016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3200400"/>
            <a:ext cx="2011680" cy="182880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UCRS?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Course Registration System (UCRS) is a relational database solution that digitizes the complete academic registration workflow — from department setup to student enrollment tracking.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MySQL, this project applies core DBMS concepts: normalization (3NF), referential integrity, constraint enforcement, JOIN-based analytics, and CASE expressions.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1430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3246120"/>
            <a:ext cx="11430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33756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73736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3246120"/>
            <a:ext cx="11430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33756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01752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246120"/>
            <a:ext cx="11430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333756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29768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822960"/>
            <a:ext cx="310896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914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97880" y="137160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Enrollment Tracking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Course Assignment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Scheduling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Capacity 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Recording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Query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Database Schema – 6 Tables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83464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22960"/>
            <a:ext cx="2834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DepartmentID (PK)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DepartmentName, DepartmentCode, EstablishedYear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83464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822960"/>
            <a:ext cx="28346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68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StudentID (PK)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57276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FirstName, LastName, RollNumber, Email, Gender, DepartmentID (FK)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83464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822960"/>
            <a:ext cx="2834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868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InstructorID (PK)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57276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FirstName, LastName, Email, Designation, DepartmentID (FK)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834640"/>
            <a:ext cx="283464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834640"/>
            <a:ext cx="2834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80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CourseID (PK)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58444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CourseCode, CourseTitle, Credits, CourseType, DepartmentID (FK)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834640"/>
            <a:ext cx="283464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54680" y="2834640"/>
            <a:ext cx="28346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880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612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SectionID (PK)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358444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 (FK), InstructorID (FK), Semester, RoomNumber, MaxCapacity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83464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834640"/>
            <a:ext cx="28346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880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EnrollmentID (PK)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58444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(FK), SectionID (FK), Status, Grade [UNIQUE constraint]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Entity-Relationship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8288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777240"/>
            <a:ext cx="12801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822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777240"/>
            <a:ext cx="20116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822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777240"/>
            <a:ext cx="3657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822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1188720"/>
            <a:ext cx="1828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25272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1188720"/>
            <a:ext cx="12801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125272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1188720"/>
            <a:ext cx="2011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25272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1188720"/>
            <a:ext cx="36576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1252728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owns many courses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1847088"/>
            <a:ext cx="182880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191109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0" y="1847088"/>
            <a:ext cx="128016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1911096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1847088"/>
            <a:ext cx="201168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191109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1847088"/>
            <a:ext cx="365760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1911096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has many instructors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2505456"/>
            <a:ext cx="1828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569464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11680" y="2505456"/>
            <a:ext cx="12801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2569464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91840" y="2505456"/>
            <a:ext cx="2011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2569464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2505456"/>
            <a:ext cx="36576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2569464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course can have multiple sections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" y="3163824"/>
            <a:ext cx="182880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322783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0" y="3163824"/>
            <a:ext cx="128016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84832" y="3227832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163824"/>
            <a:ext cx="201168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322783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03520" y="3163824"/>
            <a:ext cx="365760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6672" y="3227832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instructor can teach many sections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2880" y="3822192"/>
            <a:ext cx="1828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388620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↔ Sections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011680" y="3822192"/>
            <a:ext cx="12801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84832" y="38862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91840" y="3822192"/>
            <a:ext cx="2011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64992" y="3886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Enrollments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303520" y="3822192"/>
            <a:ext cx="36576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76672" y="388620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Enrollments junction table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82880" y="4572000"/>
            <a:ext cx="877824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Integrity:  ON DELETE CASCADE (Courses→Sections→Enrollments)   |   ON DELETE SET NULL (Departments→Instructors/Courses)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Analytical Queries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834640" cy="4206240"/>
          </a:xfrm>
          <a:prstGeom prst="rect">
            <a:avLst/>
          </a:prstGeom>
          <a:solidFill>
            <a:srgbClr val="F0F4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28346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Student Registration Profile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full registration slip for a student — courses, sections, instructors, grade.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938528"/>
            <a:ext cx="27432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993392"/>
            <a:ext cx="260604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s.FirstName, c.CourseCode, c.CourseTitle,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sec.Semester, i.LastName AS Instructor,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e.Grade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Enrollments 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s   ON e.StudentID  = s.StudentID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Sections sec ON e.SectionID  = sec.SectionID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Courses c    ON sec.CourseID = c.CourseID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Instructors i ON sec.InstructorID = i.InstructorID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s.StudentID = 1;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834640" cy="4206240"/>
          </a:xfrm>
          <a:prstGeom prst="rect">
            <a:avLst/>
          </a:prstGeom>
          <a:solidFill>
            <a:srgbClr val="F0F4F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777240"/>
            <a:ext cx="28346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2296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Instructor's Nominal Roll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533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students enrolled in a specific section for the instructor.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938528"/>
            <a:ext cx="27432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993392"/>
            <a:ext cx="260604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s.StudentID, s.FirstName,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s.RollNumber, e.Status,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IFNULL(e.Grade,'Pending') AS Grade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Enrollments 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s ON e.StudentID = s.StudentID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e.SectionID =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s.RollNumber;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777240"/>
            <a:ext cx="2834640" cy="4206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777240"/>
            <a:ext cx="28346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82296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Real-Time Seat Tracker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3533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EnrolledStudents, AvailableSeats, and SeatStatus per section.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938528"/>
            <a:ext cx="27432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993392"/>
            <a:ext cx="260604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c.CourseTitle, sec.MaxCapacity,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COUNT(e.EnrollmentID) AS Enrolled,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(sec.MaxCapacity - COUNT(e.EnrollmentID)) AS Available,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CASE WHEN ... = 0 THEN 'FULL'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... &lt;= 5 THEN 'ALMOST FULL'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'OPEN' END AS 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Sections sec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sec.SectionID;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Normalization – 3NF Compliance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005840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30759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 values are atomic. No repeating groups or arrays. Each row is unique with a defined Primary Key.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18872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059669">
              <a:alpha val="8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21615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SATISFIED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94560"/>
            <a:ext cx="1005840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688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63347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dependencies. Every non-key attribute depends on the whole Primary Key (all PKs in UCRS are single-column).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51460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059669">
              <a:alpha val="8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54203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SATISFIED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520440"/>
            <a:ext cx="859536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520440"/>
            <a:ext cx="1005840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947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3611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95935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dependencies. Every non-key attribute depends directly on the PK, not on another non-key attribute.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384048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059669">
              <a:alpha val="8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86791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SATISFIED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91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ensures zero data redundancy, no update/insertion/deletion anomalies, and full referential integrity.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Sample Query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– Fawad's Registration Profile (StudentID = 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1887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188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1143000"/>
            <a:ext cx="23774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7904" y="1188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143000"/>
            <a:ext cx="822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5344" y="1188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22860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188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143000"/>
            <a:ext cx="13716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4304" y="1188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499616"/>
            <a:ext cx="118872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5544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F24-3079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63040" y="1499616"/>
            <a:ext cx="237744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17904" y="15544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CS-213 – DBMS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1499616"/>
            <a:ext cx="82296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344" y="15544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499616"/>
            <a:ext cx="228600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15544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Sana Sikandar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1499616"/>
            <a:ext cx="137160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15544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1847088"/>
            <a:ext cx="11887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9019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F24-3079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63040" y="1847088"/>
            <a:ext cx="23774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17904" y="19019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 – Machine Learning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1847088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95344" y="19019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847088"/>
            <a:ext cx="22860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19019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Mubashir Ahmad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49440" y="1847088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4304" y="1901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194560"/>
            <a:ext cx="118872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24942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F24-3079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63040" y="2194560"/>
            <a:ext cx="237744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17904" y="22494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 – Deep Learning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40480" y="2194560"/>
            <a:ext cx="82296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95344" y="224942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194560"/>
            <a:ext cx="228600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224942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Mubashir Ahmad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9440" y="2194560"/>
            <a:ext cx="137160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04304" y="22494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– Seat Availability Dashboard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74320" y="3017520"/>
            <a:ext cx="2743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3063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17520" y="3017520"/>
            <a:ext cx="10972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72384" y="3063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0" y="3017520"/>
            <a:ext cx="10972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69664" y="3063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12080" y="3017520"/>
            <a:ext cx="1188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66944" y="3063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0" y="3017520"/>
            <a:ext cx="1188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55664" y="3063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3355848"/>
            <a:ext cx="274320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392424"/>
            <a:ext cx="26700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CS-213 – DBMS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017520" y="3355848"/>
            <a:ext cx="109728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63240" y="3392424"/>
            <a:ext cx="10241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114800" y="3355848"/>
            <a:ext cx="109728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60520" y="3392424"/>
            <a:ext cx="10241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212080" y="3355848"/>
            <a:ext cx="118872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57800" y="3392424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400800" y="3355848"/>
            <a:ext cx="118872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46520" y="3392424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4320" y="3657600"/>
            <a:ext cx="274320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3694176"/>
            <a:ext cx="26700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AI-201 – Machine Learning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017520" y="3657600"/>
            <a:ext cx="109728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63240" y="3694176"/>
            <a:ext cx="10241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114800" y="3657600"/>
            <a:ext cx="109728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60520" y="3694176"/>
            <a:ext cx="10241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212080" y="3657600"/>
            <a:ext cx="118872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57800" y="3694176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400800" y="3657600"/>
            <a:ext cx="118872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46520" y="3694176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74320" y="3959352"/>
            <a:ext cx="274320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3995928"/>
            <a:ext cx="26700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 – Deep Learning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017520" y="3959352"/>
            <a:ext cx="109728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63240" y="3995928"/>
            <a:ext cx="10241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114800" y="3959352"/>
            <a:ext cx="109728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60520" y="3995928"/>
            <a:ext cx="10241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212080" y="3959352"/>
            <a:ext cx="118872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57800" y="3995928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400800" y="3959352"/>
            <a:ext cx="118872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46520" y="3995928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274320" y="4261104"/>
            <a:ext cx="274320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0040" y="4297680"/>
            <a:ext cx="26700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CS-211 – DSA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017520" y="4261104"/>
            <a:ext cx="109728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63240" y="4297680"/>
            <a:ext cx="10241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114800" y="4261104"/>
            <a:ext cx="109728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160520" y="4297680"/>
            <a:ext cx="10241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212080" y="4261104"/>
            <a:ext cx="118872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257800" y="4297680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400800" y="4261104"/>
            <a:ext cx="1188720" cy="283464"/>
          </a:xfrm>
          <a:prstGeom prst="rect">
            <a:avLst/>
          </a:prstGeom>
          <a:solidFill>
            <a:srgbClr val="1E3A5F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46520" y="4297680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274320" y="4562856"/>
            <a:ext cx="274320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0040" y="4599432"/>
            <a:ext cx="26700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SE-301 – SE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3017520" y="4562856"/>
            <a:ext cx="109728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063240" y="4599432"/>
            <a:ext cx="10241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114800" y="4562856"/>
            <a:ext cx="109728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60520" y="4599432"/>
            <a:ext cx="10241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5212080" y="4562856"/>
            <a:ext cx="118872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257800" y="4599432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6400800" y="4562856"/>
            <a:ext cx="1188720" cy="283464"/>
          </a:xfrm>
          <a:prstGeom prst="rect">
            <a:avLst/>
          </a:prstGeom>
          <a:solidFill>
            <a:srgbClr val="1E2D45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46520" y="4599432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005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Designed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normalized 3NF schema with proper PKs, FKs, UNIQUE, CHECK and ENUM constraints.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5156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0" y="1005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profile, instructor nominal roll, and real-time seat tracker with CASE logic.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20624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6324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089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Enforced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79476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and SET NULL rules prevent orphan records. UNIQUE constraint blocks duplicate enrollments.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20624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6324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089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6072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Domain-Relevant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79476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 real university scenario reflecting actual BSAI course structures at UoH.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Fawad  •  F24-3079  •  BSAI Section D – 4th Semester  •  University of Haripur  •  Submitted to Miss Sana Sikandar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Course Registration System</dc:title>
  <dc:subject>PptxGenJS Presentation</dc:subject>
  <dc:creator>Fawad</dc:creator>
  <cp:lastModifiedBy>Fawad</cp:lastModifiedBy>
  <cp:revision>1</cp:revision>
  <dcterms:created xsi:type="dcterms:W3CDTF">2026-06-04T09:20:06Z</dcterms:created>
  <dcterms:modified xsi:type="dcterms:W3CDTF">2026-06-04T09:20:06Z</dcterms:modified>
</cp:coreProperties>
</file>